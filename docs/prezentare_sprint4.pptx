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26211A"/>
          </a:solidFill>
          <a:ln w="25400">
            <a:solidFill>
              <a:srgbClr val="C69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NEGUSTORII CETATII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#4 — de la local la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public + functii noi, tintite pe barem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 Tamasila   ·   Georgian Suta   ·   Mihai Spineanu   ·   Andrei Vladut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Programare Web  ·  Anul III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am livrat in Sprint #4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#3 era complet. Sprint #4 tinteste maximul pe barem.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0" y="10972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0" y="12070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B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50976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 la barem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8132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global (ngrok)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ruleaza din toata lumea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Expunere HTTP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9320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20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Notificari asincrone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evenimente + toast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impl2  2-&gt;6p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0508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24" name="Text 22"/>
          <p:cNvSpPr/>
          <p:nvPr/>
        </p:nvSpPr>
        <p:spPr>
          <a:xfrm>
            <a:off x="870508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ACL + Admin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3252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roluri, panou de 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ACL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28016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8132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0" name="Text 28"/>
          <p:cNvSpPr/>
          <p:nvPr/>
        </p:nvSpPr>
        <p:spPr>
          <a:xfrm>
            <a:off x="148132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0116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live (social)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in timpul partidei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9320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6" name="Text 34"/>
          <p:cNvSpPr/>
          <p:nvPr/>
        </p:nvSpPr>
        <p:spPr>
          <a:xfrm>
            <a:off x="509320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2356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+ Template-ing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2064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alternativ + vederi HTML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+ Template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0392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0508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42" name="Text 40"/>
          <p:cNvSpPr/>
          <p:nvPr/>
        </p:nvSpPr>
        <p:spPr>
          <a:xfrm>
            <a:off x="870508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3544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Gherkin + Doc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73252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automate, OpenAPI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 4-&gt;6p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Accesibil din toata lumea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3826764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C69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188720"/>
            <a:ext cx="3826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Barem: Expunere operatii (HTTP)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oriunde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Tunel ngrok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public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Serverul tau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(PHP)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modificari de cod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UI-ul foloseste URL-uri relative, deci merge identic prin tunel.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fix: header 'ngrok-skip-browser-warning', ca apelurile sa intoarca JSON.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trece exclusiv printr-un server HTTP - exact ce cere baremul.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Notificari asincrone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2592324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188720"/>
            <a:ext cx="2592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impl2:  2p -&gt; 6p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jucator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 mutare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evenimente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cateva sec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live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ceilalti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Comunicarea nu mai e doar request-raspuns sincron: clientii primesc evenimentele altora printr-un feed.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schimb asincron de mesaje (modelat prin polling).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/api/partide/{id}/notificari?dupa=N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Autentificare + control acces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1887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188720"/>
            <a:ext cx="1728216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18872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ACL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Bearer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-&gt; token cu expirare, stocat in 'sesiuni'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jucator; parolele cu hash bcrypt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8016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 middleware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(cine esti) + Admin (ai voie?) -&gt; 401 / 403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/admin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 + management utilizatori si partide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80160" y="46634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87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Inregistrare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self-service; contul nou e mereu 'jucator'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46634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parola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adminul reseteaza parola unui cont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live (componenta sociala)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2715768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C69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18872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Barem: Others (social)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148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functioneaza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in timpul partidei, livrate prin polling (acelasi mecanism ca notificarile).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Identitate sigura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Autorul e luat de server din contul logat - nimeni nu poate scrie sub numele altcuiva.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1920240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Endpoint-uri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/api/partide/{id}/chat   (citire, public)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/api/partide/{id}/chat   (cere login)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749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Jucatorii isi fac cont singuri, se logheaza si discuta in timpul jocului - peste acelasi API REST.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alternativ + template-ing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1572768"/>
            <a:ext cx="2098548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5B8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572768"/>
            <a:ext cx="209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(protocol)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Acelasi domeniu, expus si prin SOAP, pe langa REST.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Operatii: numarPartide, listaPartide, detaliiPartida.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 /soap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Template-ing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46920" y="1572768"/>
            <a:ext cx="1728216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1572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mic stil Handlebars: {{ var }} si {{#each}}.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in REST: aceeasi resursa care prin API vine JSON e randata si ca pagina HTML.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/partide/{id}/rezumat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Testare automata + documentatie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 Gherkin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572768"/>
            <a:ext cx="1728216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572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 4-&gt;6p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.feature in romana (dat fiind / cand / atunci).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propriu (doar Guzzle) le ruleaza pe API real.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tests/gherkin.php  -&gt;  8 / 8 verde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03720" y="2286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actualizat cu cele 8 endpoint-uri noi -&gt; vizibile in Swagger UI la /docs.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cu sectiunea Noutati.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 IMBUNATATIRI.md: fiecare functie mapata pe barem.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Bilant Sprint #4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Sprint #4  ·  Anul III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 barem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71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Inainte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71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9B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impl2 (async)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B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admin + ACL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B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Testare (Gherkin)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B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+ protocol + template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ECE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B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1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46304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FB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~+28p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4124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 nota maxima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endpoint-uri noi  ·  doar PHP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Ruleaza din toata lumea. Acelasi joc, acum securizat, social si testat automat.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8016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Multumim!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Negustorii Cetatii - Sprint #4</dc:title>
  <dc:subject>PptxGenJS Presentation</dc:subject>
  <dc:creator>Echipa Negustorii Cetatii</dc:creator>
  <cp:lastModifiedBy>Echipa Negustorii Cetatii</cp:lastModifiedBy>
  <cp:revision>1</cp:revision>
  <dcterms:created xsi:type="dcterms:W3CDTF">2026-06-08T15:11:47Z</dcterms:created>
  <dcterms:modified xsi:type="dcterms:W3CDTF">2026-06-08T15:11:47Z</dcterms:modified>
</cp:coreProperties>
</file>