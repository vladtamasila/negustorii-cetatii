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743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822960"/>
            <a:ext cx="1371600" cy="1371600"/>
          </a:xfrm>
          <a:prstGeom prst="ellipse">
            <a:avLst/>
          </a:prstGeom>
          <a:solidFill>
            <a:srgbClr val="26211A"/>
          </a:solidFill>
          <a:ln w="25400">
            <a:solidFill>
              <a:srgbClr val="C69B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394960" y="8229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69B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kern="0" spc="200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NEGUSTORII CETATII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Sprint — de la local la global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public + </a:t>
            </a:r>
            <a:r>
              <a:rPr lang="en-US" sz="1500" i="1" dirty="0" err="1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functii</a:t>
            </a:r>
            <a:r>
              <a:rPr lang="en-US" sz="1500" i="1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Vlad Tamasila   ·   Georgian Suta   ·   Mihai Spineanu   ·   Andrei Vladut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Programare Web  ·  Anul III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69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am </a:t>
            </a:r>
            <a:r>
              <a:rPr lang="en-US" sz="3000" b="1" dirty="0" err="1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livrat</a:t>
            </a:r>
            <a:r>
              <a:rPr lang="en-US" sz="30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Final Sprint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Negustorii Cetatii  ·  Final Sprint  ·  Anul III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80160" y="246888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481328" y="2670048"/>
            <a:ext cx="411480" cy="411480"/>
          </a:xfrm>
          <a:prstGeom prst="ellipse">
            <a:avLst/>
          </a:prstGeom>
          <a:solidFill>
            <a:srgbClr val="C69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81328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global (ngrok)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1272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ruleaza din toata lumea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35844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Expunere HTTP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92040" y="246888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93208" y="2670048"/>
            <a:ext cx="411480" cy="411480"/>
          </a:xfrm>
          <a:prstGeom prst="ellipse">
            <a:avLst/>
          </a:prstGeom>
          <a:solidFill>
            <a:srgbClr val="C69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93208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2356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Notificari asincrone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20640" y="31272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de evenimente + toast live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35844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 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503920" y="246888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705088" y="2670048"/>
            <a:ext cx="411480" cy="411480"/>
          </a:xfrm>
          <a:prstGeom prst="ellipse">
            <a:avLst/>
          </a:prstGeom>
          <a:solidFill>
            <a:srgbClr val="C69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705088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235440" y="2651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ACL + Admin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732520" y="31272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token, roluri, panou de admin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32520" y="358444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+ ACL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280160" y="41605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481328" y="4361688"/>
            <a:ext cx="411480" cy="411480"/>
          </a:xfrm>
          <a:prstGeom prst="ellipse">
            <a:avLst/>
          </a:prstGeom>
          <a:solidFill>
            <a:srgbClr val="C69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481328" y="4361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011680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live (social)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508760" y="48188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mesaje in timpul partidei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508760" y="52760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92040" y="41605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93208" y="4361688"/>
            <a:ext cx="411480" cy="411480"/>
          </a:xfrm>
          <a:prstGeom prst="ellipse">
            <a:avLst/>
          </a:prstGeom>
          <a:solidFill>
            <a:srgbClr val="C69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93208" y="4361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623560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+ Template-ing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120640" y="48188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alternativ + vederi HTML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20640" y="52760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+ Template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503920" y="416052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705088" y="4361688"/>
            <a:ext cx="411480" cy="411480"/>
          </a:xfrm>
          <a:prstGeom prst="ellipse">
            <a:avLst/>
          </a:prstGeom>
          <a:solidFill>
            <a:srgbClr val="C69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705088" y="4361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235440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Gherkin + Doc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732520" y="48188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scenarii automate, OpenAPI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732520" y="527608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</a:t>
            </a:r>
            <a:r>
              <a:rPr lang="en-US" sz="115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69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Accesibil din toata lumea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Negustorii Cetatii  ·  Final Sprint  ·  Anul III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1488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5B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oriunde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08960" y="214884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11880" y="21488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11880" y="2148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Tunel ngrok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public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06440" y="214884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21488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2148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Serverul tau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(PHP)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214884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006840" y="21488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06840" y="2148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93192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modificari de cod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UI-ul foloseste URL-uri relative, deci merge identic prin tunel.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singur fix: header 'ngrok-skip-browser-warning', ca apelurile sa intoarca JSON.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Totul trece exclusiv printr-un server HTTP.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69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Notificari asincrone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Negustorii Cetatii  ·  Final Sprint  ·  Anul III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1488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148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jucator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o mutare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108960" y="214884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11880" y="21488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11880" y="2148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evenimente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06440" y="214884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09360" y="21488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2148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B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5B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cateva sec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2148840"/>
            <a:ext cx="502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006840" y="21488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06840" y="2148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live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ceilalti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9776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Comunicarea nu mai e doar request-raspuns sincron: clientii primesc evenimentele altora printr-un feed.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schimb asincron de mesaje (modelat prin polling).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5074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8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/api/partide/{id}/notificari?dupa=N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69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Autentificare + control acces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Negustorii Cetatii  ·  Final Sprint  ·  Anul III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1188720"/>
            <a:ext cx="1975104" cy="384048"/>
          </a:xfrm>
          <a:prstGeom prst="roundRect">
            <a:avLst>
              <a:gd name="adj" fmla="val 19048"/>
            </a:avLst>
          </a:prstGeom>
          <a:solidFill>
            <a:srgbClr val="26211A"/>
          </a:solidFill>
          <a:ln w="12700">
            <a:solidFill>
              <a:srgbClr val="6FB3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admin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0" y="1188720"/>
            <a:ext cx="1728216" cy="384048"/>
          </a:xfrm>
          <a:prstGeom prst="roundRect">
            <a:avLst>
              <a:gd name="adj" fmla="val 19048"/>
            </a:avLst>
          </a:prstGeom>
          <a:solidFill>
            <a:srgbClr val="26211A"/>
          </a:solidFill>
          <a:ln w="12700">
            <a:solidFill>
              <a:srgbClr val="6FB36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31920" y="1188720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ACL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19202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08760" y="2084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Bearer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2468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-&gt; token cu expirare, stocat in 'sesiuni'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19202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0" y="20848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Roluri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2468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jucator; parolele cu hash bcrypt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280160" y="32918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508760" y="3456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 middleware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(cine esti) + Admin (ai voie?) -&gt; 401 / 403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29400" y="32918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0" y="3456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Panou /admin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0" y="3840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statistici + management utilizatori si partide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280160" y="46634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508760" y="4828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Inregistrare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5212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self-service; contul nou e mereu 'jucator'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29400" y="4663440"/>
            <a:ext cx="5029200" cy="1188720"/>
          </a:xfrm>
          <a:prstGeom prst="roundRect">
            <a:avLst>
              <a:gd name="adj" fmla="val 6154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0" y="4828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parola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58000" y="5212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doar adminul reseteaza parola unui cont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69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 live (componenta sociala)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Negustorii Cetatii  ·  Final Sprint  ·  Anul III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80160" y="192024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08760" y="21488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functioneaza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Mesaje in timpul partidei, livrate prin polling (acelasi mecanism ca notificarile).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Identitate sigura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Autorul e luat de server din contul logat - nimeni nu poate scrie sub numele altcuiva.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75120" y="1920240"/>
            <a:ext cx="4937760" cy="3200400"/>
          </a:xfrm>
          <a:prstGeom prst="roundRect">
            <a:avLst>
              <a:gd name="adj" fmla="val 2286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0372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69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Endpoint-uri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2606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8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/api/partide/{id}/chat   (citire, public)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B8F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/api/partide/{id}/chat   (cere login)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03720" y="37490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Jucatorii isi fac cont singuri, se logheaza si discuta in timpul jocului - peste acelasi API REST.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69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 alternativ + template-ing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Negustorii Cetatii  ·  Final Sprint  ·  Anul III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1371600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69B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SOAP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0" y="1572768"/>
            <a:ext cx="20985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28600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Acelasi domeniu, expus si prin SOAP, pe langa REST.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Operatii: numarPartide, listaPartide, detaliiPartida.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5B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 /soap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1371600"/>
            <a:ext cx="4937760" cy="3657600"/>
          </a:xfrm>
          <a:prstGeom prst="roundRect">
            <a:avLst>
              <a:gd name="adj" fmla="val 2000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0372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69B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Template-ing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46920" y="157276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03720" y="228600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mic stil Handlebars: {{ var }} si {{#each}}.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 in REST: aceeasi resursa care prin API vine JSON e randata si ca pagina HTML.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5B8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/partide/{id}/rezumat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69B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Testare automata + documentatie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Negustorii Cetatii  ·  Final Sprint  ·  Anul III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280160" y="1371600"/>
            <a:ext cx="5029200" cy="3657600"/>
          </a:xfrm>
          <a:prstGeom prst="roundRect">
            <a:avLst>
              <a:gd name="adj" fmla="val 2000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876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69B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 Gherkin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60520" y="1572768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2286000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Scenarii .feature in romana (dat fiind / cand / atunci).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propriu (doar Guzzle) le ruleaza pe API real.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tests/</a:t>
            </a:r>
            <a:r>
              <a:rPr lang="en-US" sz="1400" b="1" dirty="0" err="1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gherkin.php</a:t>
            </a:r>
            <a:r>
              <a:rPr lang="en-US" sz="1400" b="1" dirty="0">
                <a:solidFill>
                  <a:srgbClr val="6FB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1371600"/>
            <a:ext cx="4937760" cy="3657600"/>
          </a:xfrm>
          <a:prstGeom prst="roundRect">
            <a:avLst>
              <a:gd name="adj" fmla="val 2000"/>
            </a:avLst>
          </a:prstGeom>
          <a:solidFill>
            <a:srgbClr val="26211A"/>
          </a:solidFill>
          <a:ln w="12700">
            <a:solidFill>
              <a:srgbClr val="3A3225"/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03720" y="1554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69B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03720" y="228600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ECE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actualizat cu cele 8 endpoint-uri noi -&gt; vizibile in Swagger UI la /docs.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cu sectiunea Noutati.</a:t>
            </a:r>
            <a:endParaRPr lang="en-US" sz="14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4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Ghid IMBUNATATIRI.md: fiecare functie mapata pe barem.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4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14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221768" y="1926796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8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Negustorii Cetatii  ·  Final Sprint  ·  Anul III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12609" y="2488233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C69B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Ruleaza din toata lumea. Acelasi joc, acum securizat, social si testat automat.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46671" y="32724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CE6D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Multumim!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624</Words>
  <Application>Microsoft Office PowerPoint</Application>
  <PresentationFormat>Widescreen</PresentationFormat>
  <Paragraphs>135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Negustorii Cetatii - Sprint #4</dc:title>
  <dc:subject>PptxGenJS Presentation</dc:subject>
  <dc:creator>Echipa Negustorii Cetatii</dc:creator>
  <cp:lastModifiedBy>Vlad Tamasila</cp:lastModifiedBy>
  <cp:revision>3</cp:revision>
  <dcterms:created xsi:type="dcterms:W3CDTF">2026-06-08T15:11:47Z</dcterms:created>
  <dcterms:modified xsi:type="dcterms:W3CDTF">2026-06-08T15:36:59Z</dcterms:modified>
</cp:coreProperties>
</file>